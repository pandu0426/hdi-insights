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b="1" sz="4400">
                <a:solidFill>
                  <a:srgbClr val="FFFFFF"/>
                </a:solidFill>
              </a:defRPr>
            </a:pPr>
            <a:r>
              <a:t>HDI Insight AI</a:t>
            </a:r>
          </a:p>
          <a:p>
            <a:pPr>
              <a:defRPr sz="2000">
                <a:solidFill>
                  <a:srgbClr val="4F46E5"/>
                </a:solidFill>
              </a:defRPr>
            </a:pPr>
            <a:r>
              <a:t>Smart Human Development Analytics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solidFill>
                  <a:srgbClr val="FFFFFF"/>
                </a:solidFill>
              </a:defRPr>
            </a:pPr>
            <a:r>
              <a:t>Traditional national reporting is slow, with a 1-2 year delay in statistics.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Policymakers lack sandbox simulators to test proposed budget allocations.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Categorizations are typically black-box predictions without explanations.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The Solution: HDI Insight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solidFill>
                  <a:srgbClr val="FFFFFF"/>
                </a:solidFill>
              </a:defRPr>
            </a:pPr>
            <a:r>
              <a:t>A hybrid ML pipeline: SVM Classifier (98.9% accuracy) and Random Forest Regressor.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Features: Scenario Simulator, Explanations, Advisor Recommendations.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Integrated Tools: PDF reports, CSV exports, dynamic Chart.js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solidFill>
                  <a:srgbClr val="FFFFFF"/>
                </a:solidFill>
              </a:defRPr>
            </a:pPr>
            <a:r>
              <a:t>Web Frontend: HTML, CSS, JavaScript (Vanilla Single Page Application)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Backend Web API: Flask Server (Lightweight Python WSGI)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Database Engine: SQLite3 (Serverless prediction logs)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Reporting Engine: ReportLab document builder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Future Scope &amp;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solidFill>
                  <a:srgbClr val="FFFFFF"/>
                </a:solidFill>
              </a:defRPr>
            </a:pPr>
            <a:r>
              <a:t>Integrate dynamic policy recommendation engines.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Establish global APIs to automatically fetch data from the World Bank.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Incorporate deep learning Multi-Layer Perceptrons.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